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989" autoAdjust="0"/>
  </p:normalViewPr>
  <p:slideViewPr>
    <p:cSldViewPr>
      <p:cViewPr varScale="1">
        <p:scale>
          <a:sx n="55" d="100"/>
          <a:sy n="55" d="100"/>
        </p:scale>
        <p:origin x="-243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077C0-357C-4336-96D9-BE3D235713C4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8566E-6F6D-4FCD-96AE-6A9B0AA805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Fundamental_frequency" TargetMode="External"/><Relationship Id="rId3" Type="http://schemas.openxmlformats.org/officeDocument/2006/relationships/hyperlink" Target="http://en.wikipedia.org/wiki/Periodic_signal" TargetMode="External"/><Relationship Id="rId7" Type="http://schemas.openxmlformats.org/officeDocument/2006/relationships/hyperlink" Target="http://en.wikipedia.org/wiki/Zero-based_numbering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Fourier_series" TargetMode="External"/><Relationship Id="rId5" Type="http://schemas.openxmlformats.org/officeDocument/2006/relationships/hyperlink" Target="http://en.wikipedia.org/wiki/Sine_wave" TargetMode="External"/><Relationship Id="rId4" Type="http://schemas.openxmlformats.org/officeDocument/2006/relationships/hyperlink" Target="http://en.wikipedia.org/wiki/Waveform" TargetMode="External"/><Relationship Id="rId9" Type="http://schemas.openxmlformats.org/officeDocument/2006/relationships/hyperlink" Target="http://en.wikipedia.org/wiki/Harmonic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fundamental frequency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often referred to simply as the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fundamental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is defined as the lowest frequency of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Periodic signal"/>
              </a:rPr>
              <a:t>periodic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Waveform"/>
              </a:rPr>
              <a:t>waveform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terms of a superposition of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Sine wave"/>
              </a:rPr>
              <a:t>sinusoids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(e.g.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Fourier series"/>
              </a:rPr>
              <a:t>Fourier series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the fundamental frequency is the lowest frequency sinusoidal in the sum. In some contexts, the fundamental is usually abbreviated as </a:t>
            </a:r>
            <a:r>
              <a:rPr lang="en-US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en-US" sz="1200" b="1" i="0" kern="1200" baseline="-25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(or 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indicating the lowest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frequency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Zero-based numbering"/>
              </a:rPr>
              <a:t>counting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Zero-based numbering"/>
              </a:rPr>
              <a:t> from zero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/>
              </a:rPr>
              <a:t>[1][2][3]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In other contexts, it is more common to abbreviate it as </a:t>
            </a:r>
            <a:r>
              <a:rPr lang="en-US" sz="1200" b="1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en-US" sz="1200" b="1" i="0" kern="1200" baseline="-25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Harmonic"/>
              </a:rPr>
              <a:t>harmonic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/>
              </a:rPr>
              <a:t>[4][5][6][7][8]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(The second harmonic is then f</a:t>
            </a:r>
            <a:r>
              <a:rPr lang="en-US" sz="1200" b="0" i="0" kern="1200" baseline="-25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= 2⋅f</a:t>
            </a:r>
            <a:r>
              <a:rPr lang="en-US" sz="1200" b="0" i="0" kern="1200" baseline="-25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etc. In this context, the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zeroth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harmonic would be 0 Hz.)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sinusoidal and many non-sinusoidal waveforms are periodic, which is to say they repeat exactly over time. A single period is thus the smallest repeating unit of a signal, and one period describes the signal completely. We can show a waveform is periodic by finding some period </a:t>
            </a:r>
            <a:r>
              <a:rPr lang="en-US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which the following equation is true: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 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is the function of the waveform.</a:t>
            </a:r>
            <a:endParaRPr lang="en-US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A8566E-6F6D-4FCD-96AE-6A9B0AA805E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78E10-5A94-4603-8DED-1BCC8AE63CCC}" type="datetimeFigureOut">
              <a:rPr lang="en-US" smtClean="0"/>
              <a:pPr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32F78-95A2-4687-B047-81544A1A32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upload.wikimedia.org/wikipedia/commons/c/c5/Harmonic_partials_on_strings.sv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impala.utopia.free.fr/pd/patchs/doc_tut_workshop/Fr_Documentation_pd_giair/images/pd/synthese/decomposi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95400"/>
            <a:ext cx="3871913" cy="582771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76400" y="7467600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finite-duration </a:t>
            </a:r>
            <a:r>
              <a:rPr lang="en-US" dirty="0"/>
              <a:t>functions can be represented as a Fourier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_EEG_SpectralDecomp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821" y="134103"/>
            <a:ext cx="6562357" cy="88757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zone.ni.com/images/reference/en-XX/help/370051V-01/aliasing_effect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33400"/>
            <a:ext cx="5171516" cy="2743200"/>
          </a:xfrm>
          <a:prstGeom prst="rect">
            <a:avLst/>
          </a:prstGeom>
          <a:noFill/>
        </p:spPr>
      </p:pic>
      <p:pic>
        <p:nvPicPr>
          <p:cNvPr id="14340" name="Picture 4" descr="http://www.efunda.com/designstandards/sensors/methods/images/Aliasing_A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810000"/>
            <a:ext cx="4452938" cy="3238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66800"/>
            <a:ext cx="56301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Ok to explain things to </a:t>
            </a:r>
            <a:r>
              <a:rPr lang="en-US" dirty="0" err="1" smtClean="0"/>
              <a:t>eeg’ers</a:t>
            </a:r>
            <a:r>
              <a:rPr lang="en-US" dirty="0" smtClean="0"/>
              <a:t> in terms of filtering in time</a:t>
            </a:r>
          </a:p>
          <a:p>
            <a:r>
              <a:rPr lang="en-US" dirty="0" smtClean="0"/>
              <a:t>-filtered spike</a:t>
            </a:r>
          </a:p>
          <a:p>
            <a:r>
              <a:rPr lang="en-US" dirty="0" smtClean="0"/>
              <a:t>-filtered square wave</a:t>
            </a:r>
          </a:p>
          <a:p>
            <a:r>
              <a:rPr lang="en-US" dirty="0" smtClean="0"/>
              <a:t>-filtered discontinuity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Harmonic partials on strings.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209800"/>
            <a:ext cx="5905500" cy="5619751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1676400" y="7848600"/>
            <a:ext cx="3429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hlinkClick r:id="rId4" tooltip="Harmonic partials on strings.svg"/>
              </a:rPr>
              <a:t>Harmonic_partials_on_strings.svg</a:t>
            </a:r>
            <a:r>
              <a:rPr lang="en-US" dirty="0" smtClean="0"/>
              <a:t> ‎(SVG file, nominally 620 × 590 pixels, file size: 10 KB)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34</Words>
  <Application>Microsoft Office PowerPoint</Application>
  <PresentationFormat>On-screen Show (4:3)</PresentationFormat>
  <Paragraphs>10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Brandon</dc:creator>
  <cp:lastModifiedBy>Brandon</cp:lastModifiedBy>
  <cp:revision>20</cp:revision>
  <dcterms:created xsi:type="dcterms:W3CDTF">2013-02-20T03:33:13Z</dcterms:created>
  <dcterms:modified xsi:type="dcterms:W3CDTF">2013-03-12T16:23:00Z</dcterms:modified>
</cp:coreProperties>
</file>